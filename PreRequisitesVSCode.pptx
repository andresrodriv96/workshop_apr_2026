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342" r:id="rId5"/>
    <p:sldId id="34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17FC0-0588-08B1-7B68-8572006E266F}" v="2" dt="2026-04-22T10:49:41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7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RODRIGUEZ VANEGAS" userId="S::andres.rodriguezvanegas@st.com::768d6cdd-5a9a-4ad8-938c-69fc307c03a8" providerId="AD" clId="Web-{53A17FC0-0588-08B1-7B68-8572006E266F}"/>
    <pc:docChg chg="delSld">
      <pc:chgData name="Andres RODRIGUEZ VANEGAS" userId="S::andres.rodriguezvanegas@st.com::768d6cdd-5a9a-4ad8-938c-69fc307c03a8" providerId="AD" clId="Web-{53A17FC0-0588-08B1-7B68-8572006E266F}" dt="2026-04-22T10:49:41.636" v="1"/>
      <pc:docMkLst>
        <pc:docMk/>
      </pc:docMkLst>
      <pc:sldChg chg="del">
        <pc:chgData name="Andres RODRIGUEZ VANEGAS" userId="S::andres.rodriguezvanegas@st.com::768d6cdd-5a9a-4ad8-938c-69fc307c03a8" providerId="AD" clId="Web-{53A17FC0-0588-08B1-7B68-8572006E266F}" dt="2026-04-22T10:49:38.214" v="0"/>
        <pc:sldMkLst>
          <pc:docMk/>
          <pc:sldMk cId="3351799300" sldId="287"/>
        </pc:sldMkLst>
      </pc:sldChg>
      <pc:sldChg chg="del">
        <pc:chgData name="Andres RODRIGUEZ VANEGAS" userId="S::andres.rodriguezvanegas@st.com::768d6cdd-5a9a-4ad8-938c-69fc307c03a8" providerId="AD" clId="Web-{53A17FC0-0588-08B1-7B68-8572006E266F}" dt="2026-04-22T10:49:41.636" v="1"/>
        <pc:sldMkLst>
          <pc:docMk/>
          <pc:sldMk cId="2717241942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FFD87-C753-49E3-95B2-7AB8A54E40C8}" type="datetimeFigureOut"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B2BE7-9AD0-41C8-94A9-AFF532F43D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6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t.com/trademarks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Drag and drop </a:t>
            </a:r>
            <a:br>
              <a:rPr lang="en-US"/>
            </a:br>
            <a:r>
              <a:rPr lang="en-US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304272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  <a:endParaRPr lang="fr-FR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2E30E9-1079-4CF5-8813-8B65FB05D6D8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D6E22D-9F81-4B7A-A71E-BBB4177578ED}"/>
                </a:ext>
              </a:extLst>
            </p:cNvPr>
            <p:cNvGrpSpPr/>
            <p:nvPr userDrawn="1"/>
          </p:nvGrpSpPr>
          <p:grpSpPr>
            <a:xfrm>
              <a:off x="-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C8CE8D-FE25-40F5-A966-5717F85ACF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9336" y="1565049"/>
            <a:ext cx="6273328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8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 userDrawn="1"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 userDrawn="1"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 userDrawn="1"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 userDrawn="1"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 userDrawn="1"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 userDrawn="1"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 userDrawn="1"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 userDrawn="1"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 userDrawn="1"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 userDrawn="1"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 userDrawn="1"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 userDrawn="1"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 userDrawn="1"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 userDrawn="1"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 userDrawn="1"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 userDrawn="1"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 userDrawn="1"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 userDrawn="1"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 userDrawn="1"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 userDrawn="1"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 userDrawn="1"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 userDrawn="1"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 userDrawn="1"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 userDrawn="1"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 userDrawn="1"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 userDrawn="1"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 userDrawn="1"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 userDrawn="1"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 userDrawn="1"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 userDrawn="1"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 userDrawn="1"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 userDrawn="1"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 userDrawn="1"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4/22/2026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C56D71-47B1-535A-2430-F1BB8E48774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090275" y="6611620"/>
            <a:ext cx="108108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.com/en/development-tools/stm32cubemx.html" TargetMode="External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www.st.com/en/embedded-software/stm32cubec0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F471-A5D7-6182-A08C-AC4C743D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Pre-requisites</a:t>
            </a:r>
          </a:p>
        </p:txBody>
      </p:sp>
      <p:pic>
        <p:nvPicPr>
          <p:cNvPr id="5" name="Picture Placeholder 4" descr="A computer with a screen showing a menu&#10;&#10;Description automatically generated">
            <a:extLst>
              <a:ext uri="{FF2B5EF4-FFF2-40B4-BE49-F238E27FC236}">
                <a16:creationId xmlns:a16="http://schemas.microsoft.com/office/drawing/2014/main" id="{E738938A-B531-D321-515D-246662DF1C2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28"/>
          <a:stretch/>
        </p:blipFill>
        <p:spPr>
          <a:xfrm>
            <a:off x="20" y="1304925"/>
            <a:ext cx="12191980" cy="5553075"/>
          </a:xfrm>
          <a:noFill/>
        </p:spPr>
      </p:pic>
    </p:spTree>
    <p:extLst>
      <p:ext uri="{BB962C8B-B14F-4D97-AF65-F5344CB8AC3E}">
        <p14:creationId xmlns:p14="http://schemas.microsoft.com/office/powerpoint/2010/main" val="4039709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219F7-E344-BDB2-CCBF-6B1DA4FBB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0000" bIns="45720" rtlCol="0" anchor="t">
            <a:noAutofit/>
          </a:bodyPr>
          <a:lstStyle/>
          <a:p>
            <a:pPr marL="261620" indent="-261620"/>
            <a:r>
              <a:rPr lang="en-US" dirty="0">
                <a:cs typeface="Arial"/>
              </a:rPr>
              <a:t>Visual Studio code version 1.117.0 or latest </a:t>
            </a:r>
            <a:r>
              <a:rPr lang="en-US" dirty="0">
                <a:ea typeface="+mn-lt"/>
                <a:cs typeface="+mn-lt"/>
                <a:hlinkClick r:id="rId2"/>
              </a:rPr>
              <a:t>Download Visual Studio Code - Mac, Linux, Windows</a:t>
            </a:r>
          </a:p>
          <a:p>
            <a:pPr marL="261620" indent="-261620"/>
            <a:r>
              <a:rPr lang="en-US" dirty="0">
                <a:cs typeface="Arial"/>
              </a:rPr>
              <a:t>STM32CubeMX version </a:t>
            </a:r>
            <a:r>
              <a:rPr lang="en-US" dirty="0">
                <a:ea typeface="+mn-lt"/>
                <a:cs typeface="+mn-lt"/>
              </a:rPr>
              <a:t>6.17 or latest </a:t>
            </a:r>
            <a:r>
              <a:rPr lang="en-US" dirty="0">
                <a:ea typeface="+mn-lt"/>
                <a:cs typeface="+mn-lt"/>
                <a:hlinkClick r:id="rId3"/>
              </a:rPr>
              <a:t>STM32CubeMX - STM32Cube initialization code generator - STMicroelectronics</a:t>
            </a:r>
          </a:p>
          <a:p>
            <a:pPr marL="261620" indent="-261620"/>
            <a:r>
              <a:rPr lang="en-US" dirty="0">
                <a:ea typeface="+mn-lt"/>
                <a:cs typeface="+mn-lt"/>
              </a:rPr>
              <a:t>STM32CubeC0 Firmware Package version 1.4.0 </a:t>
            </a:r>
            <a:r>
              <a:rPr lang="en-US" dirty="0">
                <a:ea typeface="+mn-lt"/>
                <a:cs typeface="+mn-lt"/>
                <a:hlinkClick r:id="rId4"/>
              </a:rPr>
              <a:t>STM32CubeC0 | Product - STMicroelectronics</a:t>
            </a:r>
            <a:r>
              <a:rPr lang="en-US" dirty="0">
                <a:ea typeface="+mn-lt"/>
                <a:cs typeface="+mn-lt"/>
              </a:rPr>
              <a:t> or in STM32CubeMX, go to </a:t>
            </a:r>
            <a:r>
              <a:rPr lang="en-US" b="1" dirty="0">
                <a:ea typeface="+mn-lt"/>
                <a:cs typeface="+mn-lt"/>
              </a:rPr>
              <a:t>HELP -&gt; Manage embedded software packages</a:t>
            </a:r>
            <a:r>
              <a:rPr lang="en-US" dirty="0">
                <a:ea typeface="+mn-lt"/>
                <a:cs typeface="+mn-lt"/>
              </a:rPr>
              <a:t> and install the latest version of </a:t>
            </a:r>
            <a:r>
              <a:rPr lang="en-US" b="1" dirty="0">
                <a:ea typeface="+mn-lt"/>
                <a:cs typeface="+mn-lt"/>
              </a:rPr>
              <a:t>STM32Cube MCU Package for STM32C0 Series</a:t>
            </a:r>
            <a:r>
              <a:rPr lang="en-US" dirty="0">
                <a:ea typeface="+mn-lt"/>
                <a:cs typeface="+mn-lt"/>
              </a:rPr>
              <a:t> (1.4.0)</a:t>
            </a:r>
          </a:p>
          <a:p>
            <a:pPr marL="261620" indent="-261620"/>
            <a:endParaRPr lang="en-US" dirty="0">
              <a:ea typeface="+mn-lt"/>
              <a:cs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D51639-1FA5-FDB1-C55C-B8024E5B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Pre-requisites</a:t>
            </a:r>
            <a:endParaRPr lang="en-US" dirty="0"/>
          </a:p>
        </p:txBody>
      </p:sp>
      <p:pic>
        <p:nvPicPr>
          <p:cNvPr id="4" name="Picture 3" descr="A screenshot of a software update&#10;&#10;AI-generated content may be incorrect.">
            <a:extLst>
              <a:ext uri="{FF2B5EF4-FFF2-40B4-BE49-F238E27FC236}">
                <a16:creationId xmlns:a16="http://schemas.microsoft.com/office/drawing/2014/main" id="{699B7FC2-ECF4-EB46-F8A6-528441050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970" y="4483072"/>
            <a:ext cx="5862680" cy="203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29050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D3EA96308A4C4BB6CB99FE33582AA4" ma:contentTypeVersion="23" ma:contentTypeDescription="Create a new document." ma:contentTypeScope="" ma:versionID="9aa61d3861f3de56567954ed6ecefd65">
  <xsd:schema xmlns:xsd="http://www.w3.org/2001/XMLSchema" xmlns:xs="http://www.w3.org/2001/XMLSchema" xmlns:p="http://schemas.microsoft.com/office/2006/metadata/properties" xmlns:ns2="1539ea01-d2d1-4a06-b920-1c477107082b" xmlns:ns3="a903c903-f225-477e-9acb-dcad80e462d4" xmlns:ns4="e4e8b862-15e6-4e43-a653-c595c72fe1ca" targetNamespace="http://schemas.microsoft.com/office/2006/metadata/properties" ma:root="true" ma:fieldsID="9b9039eb890d0270f809f4add17d90bd" ns2:_="" ns3:_="" ns4:_="">
    <xsd:import namespace="1539ea01-d2d1-4a06-b920-1c477107082b"/>
    <xsd:import namespace="a903c903-f225-477e-9acb-dcad80e462d4"/>
    <xsd:import namespace="e4e8b862-15e6-4e43-a653-c595c72fe1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Notes" minOccurs="0"/>
                <xsd:element ref="ns2:_Flow_SignoffStatus" minOccurs="0"/>
                <xsd:element ref="ns2:lcf76f155ced4ddcb4097134ff3c332f" minOccurs="0"/>
                <xsd:element ref="ns4:TaxCatchAll" minOccurs="0"/>
                <xsd:element ref="ns2:RightOrder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39ea01-d2d1-4a06-b920-1c47710708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Notes" ma:index="21" nillable="true" ma:displayName="Notes" ma:format="Dropdown" ma:internalName="Notes">
      <xsd:simpleType>
        <xsd:restriction base="dms:Text">
          <xsd:maxLength value="255"/>
        </xsd:restriction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115f0e51-4dc2-4521-a620-e03b1e9ce1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RightOrder" ma:index="26" nillable="true" ma:displayName="Right Order" ma:format="Dropdown" ma:internalName="RightOrder" ma:percentage="FALSE">
      <xsd:simpleType>
        <xsd:restriction base="dms:Number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9" nillable="true" ma:displayName="STATUS" ma:format="Dropdown" ma:internalName="STATUS">
      <xsd:simpleType>
        <xsd:restriction base="dms:Choice">
          <xsd:enumeration value="Sent for approval"/>
          <xsd:enumeration value="Under review"/>
          <xsd:enumeration value="FINAL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03c903-f225-477e-9acb-dcad80e462d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8b862-15e6-4e43-a653-c595c72fe1ca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bc3ea64-1e6c-4351-9f0c-555b4b5afa07}" ma:internalName="TaxCatchAll" ma:showField="CatchAllData" ma:web="a903c903-f225-477e-9acb-dcad80e46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e8b862-15e6-4e43-a653-c595c72fe1ca" xsi:nil="true"/>
    <_Flow_SignoffStatus xmlns="1539ea01-d2d1-4a06-b920-1c477107082b" xsi:nil="true"/>
    <Notes xmlns="1539ea01-d2d1-4a06-b920-1c477107082b" xsi:nil="true"/>
    <STATUS xmlns="1539ea01-d2d1-4a06-b920-1c477107082b" xsi:nil="true"/>
    <RightOrder xmlns="1539ea01-d2d1-4a06-b920-1c477107082b" xsi:nil="true"/>
    <lcf76f155ced4ddcb4097134ff3c332f xmlns="1539ea01-d2d1-4a06-b920-1c47710708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0C2CF18-B931-45C4-981B-C49ABCD8C9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39ea01-d2d1-4a06-b920-1c477107082b"/>
    <ds:schemaRef ds:uri="a903c903-f225-477e-9acb-dcad80e462d4"/>
    <ds:schemaRef ds:uri="e4e8b862-15e6-4e43-a653-c595c72fe1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7C9DEF-A652-4BE8-9152-B066D685D1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A8E775-79C6-4828-9FA8-6D1FB6100E79}">
  <ds:schemaRefs>
    <ds:schemaRef ds:uri="1539ea01-d2d1-4a06-b920-1c477107082b"/>
    <ds:schemaRef ds:uri="e4e8b862-15e6-4e43-a653-c595c72fe1ca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23add6c0-cfdb-4bb9-b90f-bf23b83aa6c0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ST PowerPoint Template 16x9</vt:lpstr>
      <vt:lpstr>Pre-requisites</vt:lpstr>
      <vt:lpstr>Pre-requisites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Andres RODRIGUEZ VANEGAS</cp:lastModifiedBy>
  <cp:revision>6</cp:revision>
  <dcterms:created xsi:type="dcterms:W3CDTF">2025-05-20T06:14:31Z</dcterms:created>
  <dcterms:modified xsi:type="dcterms:W3CDTF">2026-04-22T12:40:10Z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0x0101003ED3EA96308A4C4BB6CB99FE33582AA4</vt:lpwstr>
  </property>
  <property fmtid="{D5CDD505-2E9C-101B-9397-08002B2CF9AE}" pid="3" name="ClassificationContentMarkingFooterLocations">
    <vt:lpwstr>office theme:8</vt:lpwstr>
  </property>
  <property fmtid="{D5CDD505-2E9C-101B-9397-08002B2CF9AE}" pid="4" name="ClassificationContentMarkingFooterText">
    <vt:lpwstr>ST Restricted</vt:lpwstr>
  </property>
  <property fmtid="{D5CDD505-2E9C-101B-9397-08002B2CF9AE}" pid="5" name="MediaServiceImageTags">
    <vt:lpwstr/>
  </property>
</Properties>
</file>